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1"/>
  </p:notesMasterIdLst>
  <p:sldIdLst>
    <p:sldId id="256" r:id="rId2"/>
    <p:sldId id="258" r:id="rId3"/>
    <p:sldId id="261" r:id="rId4"/>
    <p:sldId id="262" r:id="rId5"/>
    <p:sldId id="305" r:id="rId6"/>
    <p:sldId id="306" r:id="rId7"/>
    <p:sldId id="307" r:id="rId8"/>
    <p:sldId id="308" r:id="rId9"/>
    <p:sldId id="309" r:id="rId10"/>
  </p:sldIdLst>
  <p:sldSz cx="9144000" cy="5143500" type="screen16x9"/>
  <p:notesSz cx="6858000" cy="9144000"/>
  <p:embeddedFontLst>
    <p:embeddedFont>
      <p:font typeface="Montserrat" panose="00000500000000000000" pitchFamily="2" charset="-52"/>
      <p:regular r:id="rId12"/>
      <p:bold r:id="rId13"/>
      <p:italic r:id="rId14"/>
      <p:boldItalic r:id="rId15"/>
    </p:embeddedFont>
    <p:embeddedFont>
      <p:font typeface="Montserrat ExtraBold" panose="00000900000000000000" pitchFamily="2" charset="-52"/>
      <p:bold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FFA3FD5-1FC2-41E2-B0B0-DA490AAFB564}">
  <a:tblStyle styleId="{6FFA3FD5-1FC2-41E2-B0B0-DA490AAFB56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19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7290233416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7290233416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8BAF1039-02E6-4FDE-87B0-1DE518ADF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494B082B-D6BB-704B-8F56-2467750E9E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59A202CC-6F6A-F411-4DFF-5470A898D8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8287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4">
          <a:extLst>
            <a:ext uri="{FF2B5EF4-FFF2-40B4-BE49-F238E27FC236}">
              <a16:creationId xmlns:a16="http://schemas.microsoft.com/office/drawing/2014/main" id="{A097E57F-7C26-211D-F2A9-912BB0C93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g7f9262ee2f_0_26186:notes">
            <a:extLst>
              <a:ext uri="{FF2B5EF4-FFF2-40B4-BE49-F238E27FC236}">
                <a16:creationId xmlns:a16="http://schemas.microsoft.com/office/drawing/2014/main" id="{0157270A-7E55-8245-93DB-477D6CFFE1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6" name="Google Shape;2126;g7f9262ee2f_0_26186:notes">
            <a:extLst>
              <a:ext uri="{FF2B5EF4-FFF2-40B4-BE49-F238E27FC236}">
                <a16:creationId xmlns:a16="http://schemas.microsoft.com/office/drawing/2014/main" id="{D974A20D-3021-BFAF-FF8E-B9FD97548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7754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584E8EDC-025C-EA7B-6B79-88D179AF0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DB638B5B-1821-DCDD-0058-F6D0B319F7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6AF3EA01-E1D8-C58E-540C-5A9F2FD9B7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44367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1FB3274F-A69C-A6DE-1567-B95BCA69C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440F1933-02AE-7145-E2D3-1770F6257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96B6C8EE-45A7-E0B0-6FE5-4E3018F4B4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95775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AC8F60B7-98E8-D7B0-0925-D8BFB0A90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D6C7565C-8721-E272-A52D-6E6D694700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89D02A2B-B346-45B0-7D86-37E70C2342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0837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dist="28575" dir="636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title" idx="6" hasCustomPrompt="1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7" hasCustomPrompt="1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8" hasCustomPrompt="1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TITLE_ONL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0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30"/>
          <p:cNvSpPr txBox="1">
            <a:spLocks noGrp="1"/>
          </p:cNvSpPr>
          <p:nvPr>
            <p:ph type="subTitle" idx="1"/>
          </p:nvPr>
        </p:nvSpPr>
        <p:spPr>
          <a:xfrm>
            <a:off x="938500" y="2435925"/>
            <a:ext cx="2556300" cy="20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8" r:id="rId5"/>
    <p:sldLayoutId id="2147483660" r:id="rId6"/>
    <p:sldLayoutId id="214748367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TEAM 14</a:t>
            </a:r>
            <a:endParaRPr dirty="0"/>
          </a:p>
        </p:txBody>
      </p:sp>
      <p:cxnSp>
        <p:nvCxnSpPr>
          <p:cNvPr id="165" name="Google Shape;165;p38"/>
          <p:cNvCxnSpPr/>
          <p:nvPr/>
        </p:nvCxnSpPr>
        <p:spPr>
          <a:xfrm>
            <a:off x="3190500" y="256517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>
            <a:spLocks noGrp="1"/>
          </p:cNvSpPr>
          <p:nvPr>
            <p:ph type="title" idx="6"/>
          </p:nvPr>
        </p:nvSpPr>
        <p:spPr>
          <a:xfrm>
            <a:off x="923759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79" name="Google Shape;179;p40"/>
          <p:cNvSpPr txBox="1">
            <a:spLocks noGrp="1"/>
          </p:cNvSpPr>
          <p:nvPr>
            <p:ph type="title"/>
          </p:nvPr>
        </p:nvSpPr>
        <p:spPr>
          <a:xfrm>
            <a:off x="3413806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Idea</a:t>
            </a:r>
            <a:endParaRPr dirty="0"/>
          </a:p>
        </p:txBody>
      </p:sp>
      <p:sp>
        <p:nvSpPr>
          <p:cNvPr id="181" name="Google Shape;181;p40"/>
          <p:cNvSpPr txBox="1">
            <a:spLocks noGrp="1"/>
          </p:cNvSpPr>
          <p:nvPr>
            <p:ph type="title" idx="2"/>
          </p:nvPr>
        </p:nvSpPr>
        <p:spPr>
          <a:xfrm>
            <a:off x="5677508" y="2615575"/>
            <a:ext cx="2519702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Used Technologies</a:t>
            </a:r>
            <a:endParaRPr dirty="0"/>
          </a:p>
        </p:txBody>
      </p:sp>
      <p:sp>
        <p:nvSpPr>
          <p:cNvPr id="183" name="Google Shape;183;p40"/>
          <p:cNvSpPr txBox="1">
            <a:spLocks noGrp="1"/>
          </p:cNvSpPr>
          <p:nvPr>
            <p:ph type="title" idx="4"/>
          </p:nvPr>
        </p:nvSpPr>
        <p:spPr>
          <a:xfrm>
            <a:off x="923756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Team</a:t>
            </a:r>
            <a:endParaRPr dirty="0"/>
          </a:p>
        </p:txBody>
      </p:sp>
      <p:sp>
        <p:nvSpPr>
          <p:cNvPr id="185" name="Google Shape;185;p40"/>
          <p:cNvSpPr txBox="1">
            <a:spLocks noGrp="1"/>
          </p:cNvSpPr>
          <p:nvPr>
            <p:ph type="title" idx="7"/>
          </p:nvPr>
        </p:nvSpPr>
        <p:spPr>
          <a:xfrm>
            <a:off x="3413809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86" name="Google Shape;186;p40"/>
          <p:cNvSpPr txBox="1">
            <a:spLocks noGrp="1"/>
          </p:cNvSpPr>
          <p:nvPr>
            <p:ph type="title" idx="8"/>
          </p:nvPr>
        </p:nvSpPr>
        <p:spPr>
          <a:xfrm>
            <a:off x="5903859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187" name="Google Shape;187;p40"/>
          <p:cNvCxnSpPr/>
          <p:nvPr/>
        </p:nvCxnSpPr>
        <p:spPr>
          <a:xfrm>
            <a:off x="1758659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8" name="Google Shape;188;p40"/>
          <p:cNvCxnSpPr/>
          <p:nvPr/>
        </p:nvCxnSpPr>
        <p:spPr>
          <a:xfrm>
            <a:off x="4248709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9" name="Google Shape;189;p40"/>
          <p:cNvCxnSpPr/>
          <p:nvPr/>
        </p:nvCxnSpPr>
        <p:spPr>
          <a:xfrm>
            <a:off x="6738759" y="2546160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Team</a:t>
            </a:r>
            <a:endParaRPr dirty="0"/>
          </a:p>
        </p:txBody>
      </p:sp>
      <p:sp>
        <p:nvSpPr>
          <p:cNvPr id="207" name="Google Shape;207;p43"/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8" name="Google Shape;208;p43"/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 everything you need to know about us</a:t>
            </a:r>
            <a:endParaRPr dirty="0"/>
          </a:p>
        </p:txBody>
      </p:sp>
      <p:cxnSp>
        <p:nvCxnSpPr>
          <p:cNvPr id="209" name="Google Shape;209;p43"/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hild in a white shirt&#10;&#10;AI-generated content may be incorrect.">
            <a:extLst>
              <a:ext uri="{FF2B5EF4-FFF2-40B4-BE49-F238E27FC236}">
                <a16:creationId xmlns:a16="http://schemas.microsoft.com/office/drawing/2014/main" id="{33255336-6C19-F0B9-F6FB-BA8BAE226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240" y="311728"/>
            <a:ext cx="1632237" cy="16322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 descr="A person wearing a blue shirt&#10;&#10;AI-generated content may be incorrect.">
            <a:extLst>
              <a:ext uri="{FF2B5EF4-FFF2-40B4-BE49-F238E27FC236}">
                <a16:creationId xmlns:a16="http://schemas.microsoft.com/office/drawing/2014/main" id="{F5364383-FE75-D0B7-DAB6-4243D2441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5496" y="311728"/>
            <a:ext cx="1632237" cy="16322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 descr="A child in a white shirt&#10;&#10;AI-generated content may be incorrect.">
            <a:extLst>
              <a:ext uri="{FF2B5EF4-FFF2-40B4-BE49-F238E27FC236}">
                <a16:creationId xmlns:a16="http://schemas.microsoft.com/office/drawing/2014/main" id="{C5E15F96-0194-74F2-6EC5-39A396EDF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240" y="2656607"/>
            <a:ext cx="1683328" cy="16833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12" descr="A child wearing a blue shirt and a lanyard&#10;&#10;AI-generated content may be incorrect.">
            <a:extLst>
              <a:ext uri="{FF2B5EF4-FFF2-40B4-BE49-F238E27FC236}">
                <a16:creationId xmlns:a16="http://schemas.microsoft.com/office/drawing/2014/main" id="{597609E0-79D1-CE97-4ED0-DDC8678089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5496" y="2646217"/>
            <a:ext cx="1683329" cy="16833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4" name="Google Shape;223;p45">
            <a:extLst>
              <a:ext uri="{FF2B5EF4-FFF2-40B4-BE49-F238E27FC236}">
                <a16:creationId xmlns:a16="http://schemas.microsoft.com/office/drawing/2014/main" id="{31129AB7-2F5D-B9FA-1A07-4EDECDAAA8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80877" y="965949"/>
            <a:ext cx="1933236" cy="32379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Kaloyan Pozharlev</a:t>
            </a:r>
            <a:endParaRPr dirty="0"/>
          </a:p>
        </p:txBody>
      </p:sp>
      <p:sp>
        <p:nvSpPr>
          <p:cNvPr id="15" name="Google Shape;224;p45">
            <a:extLst>
              <a:ext uri="{FF2B5EF4-FFF2-40B4-BE49-F238E27FC236}">
                <a16:creationId xmlns:a16="http://schemas.microsoft.com/office/drawing/2014/main" id="{6BF574E9-5C84-3EB8-E065-AB179E48A389}"/>
              </a:ext>
            </a:extLst>
          </p:cNvPr>
          <p:cNvSpPr txBox="1">
            <a:spLocks/>
          </p:cNvSpPr>
          <p:nvPr/>
        </p:nvSpPr>
        <p:spPr>
          <a:xfrm>
            <a:off x="3067027" y="1225092"/>
            <a:ext cx="1560935" cy="391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>
              <a:buFont typeface="Montserrat"/>
              <a:buNone/>
            </a:pPr>
            <a:r>
              <a:rPr lang="en-US" dirty="0"/>
              <a:t>Scrum-Trainer</a:t>
            </a:r>
          </a:p>
        </p:txBody>
      </p:sp>
      <p:sp>
        <p:nvSpPr>
          <p:cNvPr id="16" name="Google Shape;223;p45">
            <a:extLst>
              <a:ext uri="{FF2B5EF4-FFF2-40B4-BE49-F238E27FC236}">
                <a16:creationId xmlns:a16="http://schemas.microsoft.com/office/drawing/2014/main" id="{5849E786-09BE-8D95-768F-C8A5A4DCF2DA}"/>
              </a:ext>
            </a:extLst>
          </p:cNvPr>
          <p:cNvSpPr txBox="1">
            <a:spLocks/>
          </p:cNvSpPr>
          <p:nvPr/>
        </p:nvSpPr>
        <p:spPr>
          <a:xfrm>
            <a:off x="6838515" y="901299"/>
            <a:ext cx="1933236" cy="323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-US" dirty="0"/>
              <a:t>Kaloyan </a:t>
            </a:r>
            <a:r>
              <a:rPr lang="en-US" dirty="0" err="1"/>
              <a:t>Boychev</a:t>
            </a:r>
            <a:endParaRPr lang="en-US" dirty="0"/>
          </a:p>
        </p:txBody>
      </p:sp>
      <p:sp>
        <p:nvSpPr>
          <p:cNvPr id="17" name="Google Shape;224;p45">
            <a:extLst>
              <a:ext uri="{FF2B5EF4-FFF2-40B4-BE49-F238E27FC236}">
                <a16:creationId xmlns:a16="http://schemas.microsoft.com/office/drawing/2014/main" id="{CD21AA23-380F-CC22-C87E-27B89D67D16F}"/>
              </a:ext>
            </a:extLst>
          </p:cNvPr>
          <p:cNvSpPr txBox="1">
            <a:spLocks/>
          </p:cNvSpPr>
          <p:nvPr/>
        </p:nvSpPr>
        <p:spPr>
          <a:xfrm>
            <a:off x="6756289" y="1225091"/>
            <a:ext cx="2097687" cy="391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>
              <a:buFont typeface="Montserrat"/>
              <a:buNone/>
            </a:pPr>
            <a:r>
              <a:rPr lang="en-US" dirty="0"/>
              <a:t>Back-End Developer</a:t>
            </a:r>
          </a:p>
        </p:txBody>
      </p:sp>
      <p:sp>
        <p:nvSpPr>
          <p:cNvPr id="18" name="Google Shape;223;p45">
            <a:extLst>
              <a:ext uri="{FF2B5EF4-FFF2-40B4-BE49-F238E27FC236}">
                <a16:creationId xmlns:a16="http://schemas.microsoft.com/office/drawing/2014/main" id="{7368C489-1A05-65F6-DDA5-80DD1431A6A9}"/>
              </a:ext>
            </a:extLst>
          </p:cNvPr>
          <p:cNvSpPr txBox="1">
            <a:spLocks/>
          </p:cNvSpPr>
          <p:nvPr/>
        </p:nvSpPr>
        <p:spPr>
          <a:xfrm>
            <a:off x="2880876" y="3300441"/>
            <a:ext cx="1933236" cy="323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-US" dirty="0"/>
              <a:t>Martin </a:t>
            </a:r>
            <a:r>
              <a:rPr lang="en-US" dirty="0" err="1"/>
              <a:t>Dimarov</a:t>
            </a:r>
            <a:endParaRPr lang="en-US" dirty="0"/>
          </a:p>
        </p:txBody>
      </p:sp>
      <p:sp>
        <p:nvSpPr>
          <p:cNvPr id="19" name="Google Shape;224;p45">
            <a:extLst>
              <a:ext uri="{FF2B5EF4-FFF2-40B4-BE49-F238E27FC236}">
                <a16:creationId xmlns:a16="http://schemas.microsoft.com/office/drawing/2014/main" id="{1CD171E9-FD52-E92F-D1A9-1D7849A0A354}"/>
              </a:ext>
            </a:extLst>
          </p:cNvPr>
          <p:cNvSpPr txBox="1">
            <a:spLocks/>
          </p:cNvSpPr>
          <p:nvPr/>
        </p:nvSpPr>
        <p:spPr>
          <a:xfrm>
            <a:off x="2788259" y="3624234"/>
            <a:ext cx="2118470" cy="391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>
              <a:buFont typeface="Montserrat"/>
              <a:buNone/>
            </a:pPr>
            <a:r>
              <a:rPr lang="en-US" dirty="0"/>
              <a:t>Front-End Developer</a:t>
            </a:r>
          </a:p>
        </p:txBody>
      </p:sp>
      <p:sp>
        <p:nvSpPr>
          <p:cNvPr id="20" name="Google Shape;223;p45">
            <a:extLst>
              <a:ext uri="{FF2B5EF4-FFF2-40B4-BE49-F238E27FC236}">
                <a16:creationId xmlns:a16="http://schemas.microsoft.com/office/drawing/2014/main" id="{4312095E-2643-7F62-EDBE-3750338B46F6}"/>
              </a:ext>
            </a:extLst>
          </p:cNvPr>
          <p:cNvSpPr txBox="1">
            <a:spLocks/>
          </p:cNvSpPr>
          <p:nvPr/>
        </p:nvSpPr>
        <p:spPr>
          <a:xfrm>
            <a:off x="7026142" y="3300440"/>
            <a:ext cx="1933236" cy="323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ExtraBold"/>
              <a:buNone/>
              <a:defRPr sz="2400" b="0" i="0" u="none" strike="noStrike" cap="none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ctr"/>
            <a:r>
              <a:rPr lang="en-US" dirty="0"/>
              <a:t>Emanuil </a:t>
            </a:r>
            <a:r>
              <a:rPr lang="en-US" dirty="0" err="1"/>
              <a:t>Tinchev</a:t>
            </a:r>
            <a:endParaRPr lang="en-US" dirty="0"/>
          </a:p>
        </p:txBody>
      </p:sp>
      <p:sp>
        <p:nvSpPr>
          <p:cNvPr id="21" name="Google Shape;224;p45">
            <a:extLst>
              <a:ext uri="{FF2B5EF4-FFF2-40B4-BE49-F238E27FC236}">
                <a16:creationId xmlns:a16="http://schemas.microsoft.com/office/drawing/2014/main" id="{29DA2F33-96C3-B2FE-BF41-5E3AF0ADD29A}"/>
              </a:ext>
            </a:extLst>
          </p:cNvPr>
          <p:cNvSpPr txBox="1">
            <a:spLocks/>
          </p:cNvSpPr>
          <p:nvPr/>
        </p:nvSpPr>
        <p:spPr>
          <a:xfrm>
            <a:off x="6933525" y="3624233"/>
            <a:ext cx="2118470" cy="391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>
              <a:buFont typeface="Montserrat"/>
              <a:buNone/>
            </a:pPr>
            <a:r>
              <a:rPr lang="en-US" dirty="0"/>
              <a:t>QA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DE071676-AF93-909B-62A2-BCEEA86B5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67F4DE04-C9AD-0B3F-C99D-8F1753E5E1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Idea</a:t>
            </a:r>
            <a:endParaRPr dirty="0"/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C7D0C95E-4913-9697-3A02-F6C97EFC40B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08" name="Google Shape;208;p43">
            <a:extLst>
              <a:ext uri="{FF2B5EF4-FFF2-40B4-BE49-F238E27FC236}">
                <a16:creationId xmlns:a16="http://schemas.microsoft.com/office/drawing/2014/main" id="{1623513A-4093-0C26-D8D9-CED3AAB3214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 the stages in which we realized it</a:t>
            </a: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1E41CD9C-AF67-A274-025D-680C07FEA538}"/>
              </a:ext>
            </a:extLst>
          </p:cNvPr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97111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7">
          <a:extLst>
            <a:ext uri="{FF2B5EF4-FFF2-40B4-BE49-F238E27FC236}">
              <a16:creationId xmlns:a16="http://schemas.microsoft.com/office/drawing/2014/main" id="{F290B870-01B3-8810-376B-F11C83A6D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p65">
            <a:extLst>
              <a:ext uri="{FF2B5EF4-FFF2-40B4-BE49-F238E27FC236}">
                <a16:creationId xmlns:a16="http://schemas.microsoft.com/office/drawing/2014/main" id="{7C7EFE43-9374-09E6-E2E6-2A51B3C483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Idea</a:t>
            </a:r>
            <a:endParaRPr dirty="0"/>
          </a:p>
        </p:txBody>
      </p:sp>
      <p:sp>
        <p:nvSpPr>
          <p:cNvPr id="2130" name="Google Shape;2130;p65">
            <a:extLst>
              <a:ext uri="{FF2B5EF4-FFF2-40B4-BE49-F238E27FC236}">
                <a16:creationId xmlns:a16="http://schemas.microsoft.com/office/drawing/2014/main" id="{88B93C29-264E-60C1-7114-204B1F1FBAD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26200" y="1547550"/>
            <a:ext cx="3923196" cy="20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Our project presents a maze-based adventure game in which a young boy must navigate a dense forest to return to his village. Players explore branching </a:t>
            </a:r>
            <a:r>
              <a:rPr lang="en-US" dirty="0" err="1"/>
              <a:t>pathsthat</a:t>
            </a:r>
            <a:r>
              <a:rPr lang="en-US" dirty="0"/>
              <a:t> support progression and reveal parts of the story.</a:t>
            </a:r>
            <a:endParaRPr dirty="0"/>
          </a:p>
        </p:txBody>
      </p:sp>
      <p:cxnSp>
        <p:nvCxnSpPr>
          <p:cNvPr id="2136" name="Google Shape;2136;p65">
            <a:extLst>
              <a:ext uri="{FF2B5EF4-FFF2-40B4-BE49-F238E27FC236}">
                <a16:creationId xmlns:a16="http://schemas.microsoft.com/office/drawing/2014/main" id="{0B83D060-5A79-AE0A-787B-84FF17619C8D}"/>
              </a:ext>
            </a:extLst>
          </p:cNvPr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601460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D2CFC26C-1D9C-A253-CDA8-019B72088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FC44AA84-729A-E71B-451B-0DCE5A38B1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0331" y="3253297"/>
            <a:ext cx="4855547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Used Technologies</a:t>
            </a:r>
            <a:endParaRPr dirty="0"/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B1E630D5-B621-6DB9-9E34-C90320A2BDF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08" name="Google Shape;208;p43">
            <a:extLst>
              <a:ext uri="{FF2B5EF4-FFF2-40B4-BE49-F238E27FC236}">
                <a16:creationId xmlns:a16="http://schemas.microsoft.com/office/drawing/2014/main" id="{377E4A21-3F66-B8C4-A27B-35218B0EB38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And their purpose</a:t>
            </a: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D34D36FD-790A-0C4F-80DE-54472F0EE3DB}"/>
              </a:ext>
            </a:extLst>
          </p:cNvPr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153004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0CDD6B46-F9CA-C49C-DDC7-8508CF8F7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hexagon with white c and plus symbols&#10;&#10;AI-generated content may be incorrect.">
            <a:extLst>
              <a:ext uri="{FF2B5EF4-FFF2-40B4-BE49-F238E27FC236}">
                <a16:creationId xmlns:a16="http://schemas.microsoft.com/office/drawing/2014/main" id="{E2882884-2157-CD85-BB03-BB25D9F02E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124" y="835473"/>
            <a:ext cx="1148937" cy="1289465"/>
          </a:xfrm>
          <a:prstGeom prst="rect">
            <a:avLst/>
          </a:prstGeom>
        </p:spPr>
      </p:pic>
      <p:pic>
        <p:nvPicPr>
          <p:cNvPr id="13" name="Picture 12" descr="A logo of a cat&#10;&#10;AI-generated content may be incorrect.">
            <a:extLst>
              <a:ext uri="{FF2B5EF4-FFF2-40B4-BE49-F238E27FC236}">
                <a16:creationId xmlns:a16="http://schemas.microsoft.com/office/drawing/2014/main" id="{4C16E015-1F6B-7617-0586-A41EC5B4EB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652" y="747194"/>
            <a:ext cx="1443176" cy="1443176"/>
          </a:xfrm>
          <a:prstGeom prst="rect">
            <a:avLst/>
          </a:prstGeom>
        </p:spPr>
      </p:pic>
      <p:pic>
        <p:nvPicPr>
          <p:cNvPr id="17" name="Picture 16" descr="A blue and black logo&#10;&#10;AI-generated content may be incorrect.">
            <a:extLst>
              <a:ext uri="{FF2B5EF4-FFF2-40B4-BE49-F238E27FC236}">
                <a16:creationId xmlns:a16="http://schemas.microsoft.com/office/drawing/2014/main" id="{48080EDC-1911-9E07-835A-43E3F1B7EE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6652" y="2701454"/>
            <a:ext cx="1268695" cy="1236100"/>
          </a:xfrm>
          <a:prstGeom prst="rect">
            <a:avLst/>
          </a:prstGeom>
        </p:spPr>
      </p:pic>
      <p:pic>
        <p:nvPicPr>
          <p:cNvPr id="19" name="Picture 18" descr="A red folder with a white letter and a pie chart&#10;&#10;AI-generated content may be incorrect.">
            <a:extLst>
              <a:ext uri="{FF2B5EF4-FFF2-40B4-BE49-F238E27FC236}">
                <a16:creationId xmlns:a16="http://schemas.microsoft.com/office/drawing/2014/main" id="{BD28571D-68BD-017A-E461-BA59AAA668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3464" y="2687062"/>
            <a:ext cx="1252477" cy="1232205"/>
          </a:xfrm>
          <a:prstGeom prst="rect">
            <a:avLst/>
          </a:prstGeom>
        </p:spPr>
      </p:pic>
      <p:pic>
        <p:nvPicPr>
          <p:cNvPr id="21" name="Picture 20" descr="A white square with black text&#10;&#10;AI-generated content may be incorrect.">
            <a:extLst>
              <a:ext uri="{FF2B5EF4-FFF2-40B4-BE49-F238E27FC236}">
                <a16:creationId xmlns:a16="http://schemas.microsoft.com/office/drawing/2014/main" id="{488300FB-A390-C9F4-12F2-F90AF85730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3594" y="920958"/>
            <a:ext cx="1148937" cy="1148937"/>
          </a:xfrm>
          <a:prstGeom prst="rect">
            <a:avLst/>
          </a:prstGeom>
        </p:spPr>
      </p:pic>
      <p:pic>
        <p:nvPicPr>
          <p:cNvPr id="23" name="Picture 22" descr="A blue and white logo&#10;&#10;AI-generated content may be incorrect.">
            <a:extLst>
              <a:ext uri="{FF2B5EF4-FFF2-40B4-BE49-F238E27FC236}">
                <a16:creationId xmlns:a16="http://schemas.microsoft.com/office/drawing/2014/main" id="{85BFDF39-4802-FA8F-5C76-B2A6925D87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679" y="2705099"/>
            <a:ext cx="1179975" cy="1092665"/>
          </a:xfrm>
          <a:prstGeom prst="rect">
            <a:avLst/>
          </a:prstGeom>
        </p:spPr>
      </p:pic>
      <p:pic>
        <p:nvPicPr>
          <p:cNvPr id="25" name="Picture 24" descr="A purple ribbon in a shape of a infinity symbol&#10;&#10;AI-generated content may be incorrect.">
            <a:extLst>
              <a:ext uri="{FF2B5EF4-FFF2-40B4-BE49-F238E27FC236}">
                <a16:creationId xmlns:a16="http://schemas.microsoft.com/office/drawing/2014/main" id="{D2FDB023-39E9-5880-4B07-FDB9B8FACC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573" y="812626"/>
            <a:ext cx="1312312" cy="1312312"/>
          </a:xfrm>
          <a:prstGeom prst="rect">
            <a:avLst/>
          </a:prstGeom>
        </p:spPr>
      </p:pic>
      <p:pic>
        <p:nvPicPr>
          <p:cNvPr id="27" name="Picture 26" descr="A blue and white logo with white text&#10;&#10;AI-generated content may be incorrect.">
            <a:extLst>
              <a:ext uri="{FF2B5EF4-FFF2-40B4-BE49-F238E27FC236}">
                <a16:creationId xmlns:a16="http://schemas.microsoft.com/office/drawing/2014/main" id="{9A2B4FF5-6153-EBAC-B2A4-EC5330EDEE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0053" y="2713737"/>
            <a:ext cx="1252477" cy="122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46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9A7B9741-BCC0-ABB1-98CE-3754C3029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0939C997-E1C9-1964-20A0-B7472B73EE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8171" y="2750377"/>
            <a:ext cx="6145666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Lets head to our project</a:t>
            </a:r>
            <a:endParaRPr dirty="0"/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9993055E-45C9-A80B-6FB2-8DCD5A79EBB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934885" y="1729343"/>
            <a:ext cx="127423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D4A1D819-A2CF-2230-2C2C-C10280EE36D1}"/>
              </a:ext>
            </a:extLst>
          </p:cNvPr>
          <p:cNvCxnSpPr>
            <a:cxnSpLocks/>
          </p:cNvCxnSpPr>
          <p:nvPr/>
        </p:nvCxnSpPr>
        <p:spPr>
          <a:xfrm>
            <a:off x="3934885" y="2575117"/>
            <a:ext cx="120645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297145049"/>
      </p:ext>
    </p:extLst>
  </p:cSld>
  <p:clrMapOvr>
    <a:masterClrMapping/>
  </p:clrMapOvr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001633"/>
      </a:dk1>
      <a:lt1>
        <a:srgbClr val="FFFFFF"/>
      </a:lt1>
      <a:dk2>
        <a:srgbClr val="85D5E6"/>
      </a:dk2>
      <a:lt2>
        <a:srgbClr val="FFAB40"/>
      </a:lt2>
      <a:accent1>
        <a:srgbClr val="FFAB40"/>
      </a:accent1>
      <a:accent2>
        <a:srgbClr val="85D5E6"/>
      </a:accent2>
      <a:accent3>
        <a:srgbClr val="78909C"/>
      </a:accent3>
      <a:accent4>
        <a:srgbClr val="FFAB40"/>
      </a:accent4>
      <a:accent5>
        <a:srgbClr val="0097A7"/>
      </a:accent5>
      <a:accent6>
        <a:srgbClr val="001633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</Words>
  <Application>Microsoft Office PowerPoint</Application>
  <PresentationFormat>On-screen Show (16:9)</PresentationFormat>
  <Paragraphs>28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Montserrat ExtraBold</vt:lpstr>
      <vt:lpstr>Montserrat</vt:lpstr>
      <vt:lpstr>Arial</vt:lpstr>
      <vt:lpstr>Futuristic Background by Slidesgo</vt:lpstr>
      <vt:lpstr>TEAM 14</vt:lpstr>
      <vt:lpstr>01</vt:lpstr>
      <vt:lpstr>Our Team</vt:lpstr>
      <vt:lpstr>Kaloyan Pozharlev</vt:lpstr>
      <vt:lpstr>Our Idea</vt:lpstr>
      <vt:lpstr>Our Idea</vt:lpstr>
      <vt:lpstr>Used Technologies</vt:lpstr>
      <vt:lpstr>PowerPoint Presentation</vt:lpstr>
      <vt:lpstr>Lets head to our project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Калоян Пожарлиев</dc:creator>
  <cp:lastModifiedBy>Калоян Божидаров Пожарлиев</cp:lastModifiedBy>
  <cp:revision>1</cp:revision>
  <dcterms:modified xsi:type="dcterms:W3CDTF">2025-11-16T23:35:29Z</dcterms:modified>
</cp:coreProperties>
</file>